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40F2-FD13-4B28-BDA2-4AAE2C5BB5B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801-6474-407E-8AA0-30DC0A673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59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40F2-FD13-4B28-BDA2-4AAE2C5BB5B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801-6474-407E-8AA0-30DC0A673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286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40F2-FD13-4B28-BDA2-4AAE2C5BB5B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801-6474-407E-8AA0-30DC0A673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894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40F2-FD13-4B28-BDA2-4AAE2C5BB5B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801-6474-407E-8AA0-30DC0A673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392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40F2-FD13-4B28-BDA2-4AAE2C5BB5B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801-6474-407E-8AA0-30DC0A673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698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40F2-FD13-4B28-BDA2-4AAE2C5BB5B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801-6474-407E-8AA0-30DC0A673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642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40F2-FD13-4B28-BDA2-4AAE2C5BB5B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801-6474-407E-8AA0-30DC0A673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92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40F2-FD13-4B28-BDA2-4AAE2C5BB5B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801-6474-407E-8AA0-30DC0A673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20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276040F2-FD13-4B28-BDA2-4AAE2C5BB5B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1EB27801-6474-407E-8AA0-30DC0A673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12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40F2-FD13-4B28-BDA2-4AAE2C5BB5B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801-6474-407E-8AA0-30DC0A673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315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40F2-FD13-4B28-BDA2-4AAE2C5BB5B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801-6474-407E-8AA0-30DC0A673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454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40F2-FD13-4B28-BDA2-4AAE2C5BB5B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801-6474-407E-8AA0-30DC0A673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307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40F2-FD13-4B28-BDA2-4AAE2C5BB5B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801-6474-407E-8AA0-30DC0A673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103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40F2-FD13-4B28-BDA2-4AAE2C5BB5B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801-6474-407E-8AA0-30DC0A673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71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40F2-FD13-4B28-BDA2-4AAE2C5BB5B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801-6474-407E-8AA0-30DC0A673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884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40F2-FD13-4B28-BDA2-4AAE2C5BB5B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801-6474-407E-8AA0-30DC0A673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7273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40F2-FD13-4B28-BDA2-4AAE2C5BB5B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801-6474-407E-8AA0-30DC0A673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40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76040F2-FD13-4B28-BDA2-4AAE2C5BB5B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EB27801-6474-407E-8AA0-30DC0A673A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9067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8EC8F-E6EA-C23A-24AC-B3BC0710B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1CF70-E3C0-0AFA-10DE-7D2C43931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65702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Building a Responsive Navigation Bar with Dropdowns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8B91A-51D9-3501-8B9F-E7F5CD08A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311" y="5519955"/>
            <a:ext cx="9144000" cy="895525"/>
          </a:xfrm>
        </p:spPr>
        <p:txBody>
          <a:bodyPr/>
          <a:lstStyle/>
          <a:p>
            <a:r>
              <a:rPr lang="en-IN" dirty="0" err="1"/>
              <a:t>Prsent</a:t>
            </a:r>
            <a:r>
              <a:rPr lang="en-IN" dirty="0"/>
              <a:t> by : C. Aathi </a:t>
            </a:r>
            <a:r>
              <a:rPr lang="en-IN" dirty="0" err="1"/>
              <a:t>muthu</a:t>
            </a:r>
            <a:r>
              <a:rPr lang="en-IN" dirty="0"/>
              <a:t> </a:t>
            </a:r>
            <a:r>
              <a:rPr lang="en-IN" dirty="0" err="1"/>
              <a:t>pandian</a:t>
            </a:r>
            <a:br>
              <a:rPr lang="en-IN" dirty="0"/>
            </a:br>
            <a:r>
              <a:rPr lang="en-IN" dirty="0"/>
              <a:t>BCA 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782D2-09E1-4DFB-1A32-AA4EF6040DFB}"/>
              </a:ext>
            </a:extLst>
          </p:cNvPr>
          <p:cNvSpPr txBox="1"/>
          <p:nvPr/>
        </p:nvSpPr>
        <p:spPr>
          <a:xfrm>
            <a:off x="2725783" y="3429000"/>
            <a:ext cx="67404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a clean, user-friendly navigation menu using only HTML and CSS.</a:t>
            </a:r>
          </a:p>
        </p:txBody>
      </p:sp>
    </p:spTree>
    <p:extLst>
      <p:ext uri="{BB962C8B-B14F-4D97-AF65-F5344CB8AC3E}">
        <p14:creationId xmlns:p14="http://schemas.microsoft.com/office/powerpoint/2010/main" val="4057814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25BD4-EEB7-4886-2031-93681D213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137" y="374469"/>
            <a:ext cx="10668000" cy="940616"/>
          </a:xfrm>
        </p:spPr>
        <p:txBody>
          <a:bodyPr>
            <a:normAutofit fontScale="90000"/>
          </a:bodyPr>
          <a:lstStyle/>
          <a:p>
            <a:r>
              <a:rPr lang="en-IN" dirty="0"/>
              <a:t>Organizing  the  Navigation Hierarchy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D5A2F00-01A4-325B-8D64-484783742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2880" y="1680755"/>
            <a:ext cx="12305212" cy="4733108"/>
          </a:xfrm>
        </p:spPr>
        <p:txBody>
          <a:bodyPr>
            <a:normAutofit/>
          </a:bodyPr>
          <a:lstStyle/>
          <a:p>
            <a:r>
              <a:rPr lang="en-US" b="1" dirty="0"/>
              <a:t>*</a:t>
            </a:r>
            <a:r>
              <a:rPr lang="en-US" dirty="0"/>
              <a:t>  The Container: Uses the &lt;nav&gt; semantic tag for SEO and accessibility.</a:t>
            </a:r>
            <a:br>
              <a:rPr lang="en-US" dirty="0"/>
            </a:br>
            <a:endParaRPr lang="en-US" dirty="0"/>
          </a:p>
          <a:p>
            <a:r>
              <a:rPr lang="en-US" dirty="0"/>
              <a:t>     </a:t>
            </a:r>
            <a:r>
              <a:rPr lang="en-US" b="1" dirty="0"/>
              <a:t>*</a:t>
            </a:r>
            <a:r>
              <a:rPr lang="en-US" dirty="0"/>
              <a:t>  The List: A &lt;ul&gt; (unordered list) acts as the flex container for menu items.</a:t>
            </a:r>
          </a:p>
          <a:p>
            <a:br>
              <a:rPr lang="en-US" dirty="0"/>
            </a:br>
            <a:r>
              <a:rPr lang="en-US" b="1" dirty="0"/>
              <a:t> *                                  </a:t>
            </a:r>
            <a:r>
              <a:rPr lang="en-US" dirty="0"/>
              <a:t>The Dropdown Logic: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*</a:t>
            </a:r>
            <a:r>
              <a:rPr lang="en-US" dirty="0"/>
              <a:t>  The "Services" item is given a class of .dropdown.</a:t>
            </a:r>
          </a:p>
          <a:p>
            <a:endParaRPr lang="en-US" dirty="0"/>
          </a:p>
          <a:p>
            <a:r>
              <a:rPr lang="en-US" dirty="0"/>
              <a:t>                     </a:t>
            </a:r>
            <a:r>
              <a:rPr lang="en-US" b="1" dirty="0"/>
              <a:t>* </a:t>
            </a:r>
            <a:r>
              <a:rPr lang="en-US" dirty="0"/>
              <a:t>  Inside it, a &lt;div&gt; with the class .dropdown-content holds the sub-links (Pricing, Marketing, etc.).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7989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3C001-2E6E-51C6-8958-BA6866B8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Styling and Interaction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52B9E-3FE0-9555-1639-D3E5AB6BC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Flexbox Layout: display: flex on the &lt;ul&gt; ensures items sit side-by-side.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The Toggle Mechanism:</a:t>
            </a:r>
          </a:p>
          <a:p>
            <a:endParaRPr lang="en-US" dirty="0"/>
          </a:p>
          <a:p>
            <a:r>
              <a:rPr lang="en-US" dirty="0"/>
              <a:t>Default State: .dropdown-content is set to display: none; (hidden).</a:t>
            </a:r>
          </a:p>
          <a:p>
            <a:endParaRPr lang="en-US" dirty="0"/>
          </a:p>
          <a:p>
            <a:r>
              <a:rPr lang="en-US" dirty="0"/>
              <a:t>Active State: .</a:t>
            </a:r>
            <a:r>
              <a:rPr lang="en-US" dirty="0" err="1"/>
              <a:t>dropdown:hover</a:t>
            </a:r>
            <a:r>
              <a:rPr lang="en-US" dirty="0"/>
              <a:t> .dropdown-content switches it to display: block;.</a:t>
            </a:r>
          </a:p>
          <a:p>
            <a:endParaRPr lang="en-US" dirty="0"/>
          </a:p>
          <a:p>
            <a:r>
              <a:rPr lang="en-US" dirty="0"/>
              <a:t>Positioning: position: absolute is used on the dropdown to ensure it floats over page content without pushing other elements down.</a:t>
            </a:r>
          </a:p>
          <a:p>
            <a:endParaRPr lang="en-US" dirty="0"/>
          </a:p>
          <a:p>
            <a:r>
              <a:rPr lang="en-US" dirty="0"/>
              <a:t>Visual Polish: Box-shadows and hover background colors provide depth and feedback.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576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27199-4E01-75D6-7863-2AE02C583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9D47B-AF4C-8503-ACB7-5E55A7217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39" y="1532708"/>
            <a:ext cx="5442857" cy="901125"/>
          </a:xfrm>
        </p:spPr>
        <p:txBody>
          <a:bodyPr>
            <a:normAutofit/>
          </a:bodyPr>
          <a:lstStyle/>
          <a:p>
            <a:r>
              <a:rPr lang="en-IN" dirty="0"/>
              <a:t>PROGRAM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DDFA33DC-20DC-96B2-D276-C804C9B4EFA2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132" y="786462"/>
            <a:ext cx="4910642" cy="500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99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E360E-3E24-635A-F0CC-ADF2028E0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E9C8C-137E-882E-767A-FD7A58006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902" y="1802674"/>
            <a:ext cx="4310742" cy="888274"/>
          </a:xfrm>
        </p:spPr>
        <p:txBody>
          <a:bodyPr>
            <a:normAutofit/>
          </a:bodyPr>
          <a:lstStyle/>
          <a:p>
            <a:r>
              <a:rPr lang="en-IN" dirty="0"/>
              <a:t>OUT PUT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A5CE895-DD37-E729-0D7D-D78965FC342C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194" y="1427502"/>
            <a:ext cx="391172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803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2</TotalTime>
  <Words>216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Century Gothic</vt:lpstr>
      <vt:lpstr>Mesh</vt:lpstr>
      <vt:lpstr>Building a Responsive Navigation Bar with Dropdowns</vt:lpstr>
      <vt:lpstr>Organizing  the  Navigation Hierarchy</vt:lpstr>
      <vt:lpstr>Styling and Interaction Logic</vt:lpstr>
      <vt:lpstr>PROGRAM</vt:lpstr>
      <vt:lpstr>OUT 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aathikumar685@outlook.com</dc:creator>
  <cp:lastModifiedBy>aathikumar685@outlook.com</cp:lastModifiedBy>
  <cp:revision>1</cp:revision>
  <dcterms:created xsi:type="dcterms:W3CDTF">2026-03-01T14:49:52Z</dcterms:created>
  <dcterms:modified xsi:type="dcterms:W3CDTF">2026-03-01T14:52:46Z</dcterms:modified>
</cp:coreProperties>
</file>