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omorrow Bold" charset="1" panose="00000000000000000000"/>
      <p:regular r:id="rId15"/>
    </p:embeddedFont>
    <p:embeddedFont>
      <p:font typeface="Canva Sans Bold" charset="1" panose="020B0803030501040103"/>
      <p:regular r:id="rId16"/>
    </p:embeddedFont>
    <p:embeddedFont>
      <p:font typeface="Tomorrow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20F0F">
                <a:alpha val="100000"/>
              </a:srgbClr>
            </a:gs>
            <a:gs pos="100000">
              <a:srgbClr val="F87B2C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44695"/>
            <a:ext cx="497317" cy="497317"/>
          </a:xfrm>
          <a:custGeom>
            <a:avLst/>
            <a:gdLst/>
            <a:ahLst/>
            <a:cxnLst/>
            <a:rect r="r" b="b" t="t" l="l"/>
            <a:pathLst>
              <a:path h="497317" w="497317">
                <a:moveTo>
                  <a:pt x="0" y="0"/>
                </a:moveTo>
                <a:lnTo>
                  <a:pt x="497317" y="0"/>
                </a:lnTo>
                <a:lnTo>
                  <a:pt x="497317" y="497317"/>
                </a:lnTo>
                <a:lnTo>
                  <a:pt x="0" y="497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36000" y="4052217"/>
            <a:ext cx="11165172" cy="1958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75"/>
              </a:lnSpc>
            </a:pPr>
            <a:r>
              <a:rPr lang="en-US" b="true" sz="1141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WELCOME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709615" y="6010275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2263185" y="3199396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7315200" y="1077329"/>
                </a:moveTo>
                <a:lnTo>
                  <a:pt x="0" y="1077329"/>
                </a:lnTo>
                <a:lnTo>
                  <a:pt x="0" y="0"/>
                </a:lnTo>
                <a:lnTo>
                  <a:pt x="7315200" y="0"/>
                </a:lnTo>
                <a:lnTo>
                  <a:pt x="7315200" y="10773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18013" y="7744829"/>
            <a:ext cx="744128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C.Aathi muthu pandian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94379" y="11274"/>
            <a:ext cx="8493621" cy="10275726"/>
            <a:chOff x="0" y="0"/>
            <a:chExt cx="903465" cy="1093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3465" cy="1093027"/>
            </a:xfrm>
            <a:custGeom>
              <a:avLst/>
              <a:gdLst/>
              <a:ahLst/>
              <a:cxnLst/>
              <a:rect r="r" b="b" t="t" l="l"/>
              <a:pathLst>
                <a:path h="1093027" w="903465">
                  <a:moveTo>
                    <a:pt x="0" y="0"/>
                  </a:moveTo>
                  <a:lnTo>
                    <a:pt x="903465" y="0"/>
                  </a:lnTo>
                  <a:lnTo>
                    <a:pt x="903465" y="1093027"/>
                  </a:lnTo>
                  <a:lnTo>
                    <a:pt x="0" y="1093027"/>
                  </a:lnTo>
                  <a:close/>
                </a:path>
              </a:pathLst>
            </a:custGeom>
            <a:blipFill>
              <a:blip r:embed="rId2"/>
              <a:stretch>
                <a:fillRect l="0" t="-12031" r="0" b="-120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2688" y="2575005"/>
            <a:ext cx="6979126" cy="850688"/>
            <a:chOff x="0" y="0"/>
            <a:chExt cx="1838124" cy="2240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8124" cy="224050"/>
            </a:xfrm>
            <a:custGeom>
              <a:avLst/>
              <a:gdLst/>
              <a:ahLst/>
              <a:cxnLst/>
              <a:rect r="r" b="b" t="t" l="l"/>
              <a:pathLst>
                <a:path h="224050" w="1838124">
                  <a:moveTo>
                    <a:pt x="0" y="0"/>
                  </a:moveTo>
                  <a:lnTo>
                    <a:pt x="1838124" y="0"/>
                  </a:lnTo>
                  <a:lnTo>
                    <a:pt x="1838124" y="224050"/>
                  </a:lnTo>
                  <a:lnTo>
                    <a:pt x="0" y="224050"/>
                  </a:lnTo>
                  <a:close/>
                </a:path>
              </a:pathLst>
            </a:custGeom>
            <a:gradFill rotWithShape="true">
              <a:gsLst>
                <a:gs pos="0">
                  <a:srgbClr val="C20F0F">
                    <a:alpha val="100000"/>
                  </a:srgbClr>
                </a:gs>
                <a:gs pos="100000">
                  <a:srgbClr val="F87B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838124" cy="214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4"/>
                </a:lnSpc>
              </a:pPr>
              <a:r>
                <a:rPr lang="en-US" b="true" sz="1572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•THIS PROJECT DEMONSTRATES THE BASIC USAGE OF CSS FLEXBOX.</a:t>
              </a:r>
            </a:p>
            <a:p>
              <a:pPr algn="ctr">
                <a:lnSpc>
                  <a:spcPts val="171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21673" y="278554"/>
            <a:ext cx="5610308" cy="198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33"/>
              </a:lnSpc>
            </a:pPr>
            <a:r>
              <a:rPr lang="en-US" sz="566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PROJECT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673" y="4310603"/>
            <a:ext cx="9082090" cy="252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7"/>
              </a:lnSpc>
            </a:pPr>
            <a:r>
              <a:rPr lang="en-US" sz="3129" spc="-172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•Uses display: flex</a:t>
            </a:r>
          </a:p>
          <a:p>
            <a:pPr algn="just">
              <a:lnSpc>
                <a:spcPts val="4037"/>
              </a:lnSpc>
            </a:pPr>
            <a:r>
              <a:rPr lang="en-US" sz="3129" spc="-172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•- Aligns items in a row</a:t>
            </a:r>
          </a:p>
          <a:p>
            <a:pPr algn="just">
              <a:lnSpc>
                <a:spcPts val="4037"/>
              </a:lnSpc>
            </a:pPr>
            <a:r>
              <a:rPr lang="en-US" sz="3129" spc="-172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•- Supports wrapping</a:t>
            </a:r>
          </a:p>
          <a:p>
            <a:pPr algn="just">
              <a:lnSpc>
                <a:spcPts val="4037"/>
              </a:lnSpc>
            </a:pPr>
            <a:r>
              <a:rPr lang="en-US" sz="3129" spc="-172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•- Clean and beginner-friendly design</a:t>
            </a:r>
          </a:p>
          <a:p>
            <a:pPr algn="just" marL="0" indent="0" lvl="1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028700" y="8403635"/>
            <a:ext cx="5803281" cy="854665"/>
          </a:xfrm>
          <a:custGeom>
            <a:avLst/>
            <a:gdLst/>
            <a:ahLst/>
            <a:cxnLst/>
            <a:rect r="r" b="b" t="t" l="l"/>
            <a:pathLst>
              <a:path h="854665" w="5803281">
                <a:moveTo>
                  <a:pt x="5803281" y="0"/>
                </a:moveTo>
                <a:lnTo>
                  <a:pt x="0" y="0"/>
                </a:lnTo>
                <a:lnTo>
                  <a:pt x="0" y="854665"/>
                </a:lnTo>
                <a:lnTo>
                  <a:pt x="5803281" y="854665"/>
                </a:lnTo>
                <a:lnTo>
                  <a:pt x="5803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2034" y="0"/>
            <a:ext cx="6005966" cy="11151274"/>
            <a:chOff x="0" y="0"/>
            <a:chExt cx="1581818" cy="2936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1818" cy="2936961"/>
            </a:xfrm>
            <a:custGeom>
              <a:avLst/>
              <a:gdLst/>
              <a:ahLst/>
              <a:cxnLst/>
              <a:rect r="r" b="b" t="t" l="l"/>
              <a:pathLst>
                <a:path h="2936961" w="1581818">
                  <a:moveTo>
                    <a:pt x="0" y="0"/>
                  </a:moveTo>
                  <a:lnTo>
                    <a:pt x="1581818" y="0"/>
                  </a:lnTo>
                  <a:lnTo>
                    <a:pt x="1581818" y="2936961"/>
                  </a:lnTo>
                  <a:lnTo>
                    <a:pt x="0" y="2936961"/>
                  </a:lnTo>
                  <a:close/>
                </a:path>
              </a:pathLst>
            </a:custGeom>
            <a:gradFill rotWithShape="true">
              <a:gsLst>
                <a:gs pos="0">
                  <a:srgbClr val="C20F0F">
                    <a:alpha val="100000"/>
                  </a:srgbClr>
                </a:gs>
                <a:gs pos="100000">
                  <a:srgbClr val="F87B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581818" cy="2927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513889"/>
            <a:ext cx="6276069" cy="7592894"/>
            <a:chOff x="0" y="0"/>
            <a:chExt cx="903465" cy="1093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3465" cy="1093027"/>
            </a:xfrm>
            <a:custGeom>
              <a:avLst/>
              <a:gdLst/>
              <a:ahLst/>
              <a:cxnLst/>
              <a:rect r="r" b="b" t="t" l="l"/>
              <a:pathLst>
                <a:path h="1093027" w="903465">
                  <a:moveTo>
                    <a:pt x="0" y="0"/>
                  </a:moveTo>
                  <a:lnTo>
                    <a:pt x="903465" y="0"/>
                  </a:lnTo>
                  <a:lnTo>
                    <a:pt x="903465" y="1093027"/>
                  </a:lnTo>
                  <a:lnTo>
                    <a:pt x="0" y="1093027"/>
                  </a:lnTo>
                  <a:close/>
                </a:path>
              </a:pathLst>
            </a:custGeom>
            <a:blipFill>
              <a:blip r:embed="rId2"/>
              <a:stretch>
                <a:fillRect l="0" t="-12031" r="0" b="-1203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2013847"/>
            <a:ext cx="7425037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0"/>
              </a:lnSpc>
            </a:pPr>
            <a:r>
              <a:rPr lang="en-US" sz="75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TECHNOLOGIES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05400"/>
            <a:ext cx="15757680" cy="273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5"/>
              </a:lnSpc>
            </a:pPr>
            <a:r>
              <a:rPr lang="en-US" sz="4244" spc="-233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•- HTML5</a:t>
            </a:r>
          </a:p>
          <a:p>
            <a:pPr algn="just">
              <a:lnSpc>
                <a:spcPts val="5475"/>
              </a:lnSpc>
            </a:pPr>
            <a:r>
              <a:rPr lang="en-US" sz="4244" spc="-233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•- Internal CSS</a:t>
            </a:r>
          </a:p>
          <a:p>
            <a:pPr algn="just">
              <a:lnSpc>
                <a:spcPts val="5475"/>
              </a:lnSpc>
            </a:pPr>
            <a:r>
              <a:rPr lang="en-US" sz="4244" spc="-233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•- CSS Flexbox module</a:t>
            </a:r>
          </a:p>
          <a:p>
            <a:pPr algn="just" marL="0" indent="0" lvl="1">
              <a:lnSpc>
                <a:spcPts val="5475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028700" y="8294696"/>
            <a:ext cx="6542993" cy="963604"/>
          </a:xfrm>
          <a:custGeom>
            <a:avLst/>
            <a:gdLst/>
            <a:ahLst/>
            <a:cxnLst/>
            <a:rect r="r" b="b" t="t" l="l"/>
            <a:pathLst>
              <a:path h="963604" w="6542993">
                <a:moveTo>
                  <a:pt x="6542993" y="0"/>
                </a:moveTo>
                <a:lnTo>
                  <a:pt x="0" y="0"/>
                </a:lnTo>
                <a:lnTo>
                  <a:pt x="0" y="963604"/>
                </a:lnTo>
                <a:lnTo>
                  <a:pt x="6542993" y="963604"/>
                </a:lnTo>
                <a:lnTo>
                  <a:pt x="65429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96577" y="-672149"/>
            <a:ext cx="18843359" cy="6997795"/>
            <a:chOff x="0" y="0"/>
            <a:chExt cx="3088998" cy="1147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8998" cy="1147151"/>
            </a:xfrm>
            <a:custGeom>
              <a:avLst/>
              <a:gdLst/>
              <a:ahLst/>
              <a:cxnLst/>
              <a:rect r="r" b="b" t="t" l="l"/>
              <a:pathLst>
                <a:path h="1147151" w="3088998">
                  <a:moveTo>
                    <a:pt x="0" y="0"/>
                  </a:moveTo>
                  <a:lnTo>
                    <a:pt x="3088998" y="0"/>
                  </a:lnTo>
                  <a:lnTo>
                    <a:pt x="3088998" y="1147151"/>
                  </a:lnTo>
                  <a:lnTo>
                    <a:pt x="0" y="1147151"/>
                  </a:lnTo>
                  <a:close/>
                </a:path>
              </a:pathLst>
            </a:custGeom>
            <a:blipFill>
              <a:blip r:embed="rId2"/>
              <a:stretch>
                <a:fillRect l="0" t="-14890" r="0" b="-6485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473700"/>
            <a:ext cx="18843359" cy="5040060"/>
            <a:chOff x="0" y="0"/>
            <a:chExt cx="4962860" cy="13274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62860" cy="1327423"/>
            </a:xfrm>
            <a:custGeom>
              <a:avLst/>
              <a:gdLst/>
              <a:ahLst/>
              <a:cxnLst/>
              <a:rect r="r" b="b" t="t" l="l"/>
              <a:pathLst>
                <a:path h="1327423" w="4962860">
                  <a:moveTo>
                    <a:pt x="0" y="0"/>
                  </a:moveTo>
                  <a:lnTo>
                    <a:pt x="4962860" y="0"/>
                  </a:lnTo>
                  <a:lnTo>
                    <a:pt x="4962860" y="1327423"/>
                  </a:lnTo>
                  <a:lnTo>
                    <a:pt x="0" y="1327423"/>
                  </a:lnTo>
                  <a:close/>
                </a:path>
              </a:pathLst>
            </a:custGeom>
            <a:gradFill rotWithShape="true">
              <a:gsLst>
                <a:gs pos="0">
                  <a:srgbClr val="C20F0F">
                    <a:alpha val="100000"/>
                  </a:srgbClr>
                </a:gs>
                <a:gs pos="100000">
                  <a:srgbClr val="F87B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962860" cy="1317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0567" y="317897"/>
            <a:ext cx="7425037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5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FLEX CONTAINER PROPERTIES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62312" y="6656420"/>
            <a:ext cx="20368939" cy="314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80"/>
              </a:lnSpc>
            </a:pPr>
            <a:r>
              <a:rPr lang="en-US" sz="3241" spc="-17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•display: flex → Enables flexbox</a:t>
            </a:r>
          </a:p>
          <a:p>
            <a:pPr algn="just">
              <a:lnSpc>
                <a:spcPts val="4180"/>
              </a:lnSpc>
            </a:pPr>
            <a:r>
              <a:rPr lang="en-US" sz="3241" spc="-17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•flex-direction: row → Items arranged horizontally</a:t>
            </a:r>
          </a:p>
          <a:p>
            <a:pPr algn="just">
              <a:lnSpc>
                <a:spcPts val="4180"/>
              </a:lnSpc>
            </a:pPr>
            <a:r>
              <a:rPr lang="en-US" sz="3241" spc="-17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•flex-wrap: wrap → Items move to next line if needed</a:t>
            </a:r>
          </a:p>
          <a:p>
            <a:pPr algn="just">
              <a:lnSpc>
                <a:spcPts val="4180"/>
              </a:lnSpc>
            </a:pPr>
            <a:r>
              <a:rPr lang="en-US" sz="3241" spc="-17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•gap: 50px → Space between items</a:t>
            </a:r>
          </a:p>
          <a:p>
            <a:pPr algn="just">
              <a:lnSpc>
                <a:spcPts val="4180"/>
              </a:lnSpc>
            </a:pPr>
            <a:r>
              <a:rPr lang="en-US" sz="3241" spc="-17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•align-items: flex-start → Align items at top</a:t>
            </a:r>
          </a:p>
          <a:p>
            <a:pPr algn="just" marL="0" indent="0" lvl="1">
              <a:lnSpc>
                <a:spcPts val="418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true" rot="5400000">
            <a:off x="13395759" y="2102833"/>
            <a:ext cx="6834759" cy="1006574"/>
          </a:xfrm>
          <a:custGeom>
            <a:avLst/>
            <a:gdLst/>
            <a:ahLst/>
            <a:cxnLst/>
            <a:rect r="r" b="b" t="t" l="l"/>
            <a:pathLst>
              <a:path h="1006574" w="6834759">
                <a:moveTo>
                  <a:pt x="0" y="1006574"/>
                </a:moveTo>
                <a:lnTo>
                  <a:pt x="6834759" y="1006574"/>
                </a:lnTo>
                <a:lnTo>
                  <a:pt x="6834759" y="0"/>
                </a:lnTo>
                <a:lnTo>
                  <a:pt x="0" y="0"/>
                </a:lnTo>
                <a:lnTo>
                  <a:pt x="0" y="100657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375" y="1143000"/>
            <a:ext cx="7425037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0"/>
              </a:lnSpc>
            </a:pPr>
            <a:r>
              <a:rPr lang="en-US" sz="75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FLEX ITEMS (BOXES)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01347" y="-760704"/>
            <a:ext cx="11657726" cy="11808408"/>
            <a:chOff x="0" y="0"/>
            <a:chExt cx="3070347" cy="31100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70347" cy="3110033"/>
            </a:xfrm>
            <a:custGeom>
              <a:avLst/>
              <a:gdLst/>
              <a:ahLst/>
              <a:cxnLst/>
              <a:rect r="r" b="b" t="t" l="l"/>
              <a:pathLst>
                <a:path h="3110033" w="3070347">
                  <a:moveTo>
                    <a:pt x="0" y="0"/>
                  </a:moveTo>
                  <a:lnTo>
                    <a:pt x="3070347" y="0"/>
                  </a:lnTo>
                  <a:lnTo>
                    <a:pt x="3070347" y="3110033"/>
                  </a:lnTo>
                  <a:lnTo>
                    <a:pt x="0" y="3110033"/>
                  </a:lnTo>
                  <a:close/>
                </a:path>
              </a:pathLst>
            </a:custGeom>
            <a:gradFill rotWithShape="true">
              <a:gsLst>
                <a:gs pos="0">
                  <a:srgbClr val="C20F0F">
                    <a:alpha val="100000"/>
                  </a:srgbClr>
                </a:gs>
                <a:gs pos="100000">
                  <a:srgbClr val="F87B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070347" cy="3100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0" y="4365687"/>
            <a:ext cx="13011588" cy="397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9"/>
              </a:lnSpc>
            </a:pPr>
            <a:r>
              <a:rPr lang="en-US" sz="3077" spc="-1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•Each box has:</a:t>
            </a:r>
          </a:p>
          <a:p>
            <a:pPr algn="just">
              <a:lnSpc>
                <a:spcPts val="3969"/>
              </a:lnSpc>
            </a:pPr>
            <a:r>
              <a:rPr lang="en-US" sz="3077" spc="-1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•- Fixed width</a:t>
            </a:r>
          </a:p>
          <a:p>
            <a:pPr algn="just">
              <a:lnSpc>
                <a:spcPts val="3969"/>
              </a:lnSpc>
            </a:pPr>
            <a:r>
              <a:rPr lang="en-US" sz="3077" spc="-1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•- Padding for spacing</a:t>
            </a:r>
          </a:p>
          <a:p>
            <a:pPr algn="just">
              <a:lnSpc>
                <a:spcPts val="3969"/>
              </a:lnSpc>
            </a:pPr>
            <a:r>
              <a:rPr lang="en-US" sz="3077" spc="-1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•- Background color</a:t>
            </a:r>
          </a:p>
          <a:p>
            <a:pPr algn="just">
              <a:lnSpc>
                <a:spcPts val="3969"/>
              </a:lnSpc>
            </a:pPr>
            <a:r>
              <a:rPr lang="en-US" sz="3077" spc="-1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•- Centered text</a:t>
            </a:r>
          </a:p>
          <a:p>
            <a:pPr algn="just">
              <a:lnSpc>
                <a:spcPts val="3969"/>
              </a:lnSpc>
            </a:pPr>
            <a:r>
              <a:rPr lang="en-US" sz="3077" spc="-1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</a:t>
            </a:r>
          </a:p>
          <a:p>
            <a:pPr algn="just">
              <a:lnSpc>
                <a:spcPts val="3969"/>
              </a:lnSpc>
            </a:pPr>
            <a:r>
              <a:rPr lang="en-US" sz="3077" spc="-1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•These boxes automatically adjust based on screen size.</a:t>
            </a:r>
          </a:p>
          <a:p>
            <a:pPr algn="just" marL="0" indent="0" lvl="1">
              <a:lnSpc>
                <a:spcPts val="396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0424541" y="1293354"/>
            <a:ext cx="6834759" cy="1006574"/>
          </a:xfrm>
          <a:custGeom>
            <a:avLst/>
            <a:gdLst/>
            <a:ahLst/>
            <a:cxnLst/>
            <a:rect r="r" b="b" t="t" l="l"/>
            <a:pathLst>
              <a:path h="1006574" w="6834759">
                <a:moveTo>
                  <a:pt x="0" y="1006573"/>
                </a:moveTo>
                <a:lnTo>
                  <a:pt x="6834759" y="1006573"/>
                </a:lnTo>
                <a:lnTo>
                  <a:pt x="6834759" y="0"/>
                </a:lnTo>
                <a:lnTo>
                  <a:pt x="0" y="0"/>
                </a:lnTo>
                <a:lnTo>
                  <a:pt x="0" y="10065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20F0F">
                <a:alpha val="100000"/>
              </a:srgbClr>
            </a:gs>
            <a:gs pos="100000">
              <a:srgbClr val="F87B2C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7682" y="362189"/>
            <a:ext cx="9417079" cy="9562622"/>
          </a:xfrm>
          <a:custGeom>
            <a:avLst/>
            <a:gdLst/>
            <a:ahLst/>
            <a:cxnLst/>
            <a:rect r="r" b="b" t="t" l="l"/>
            <a:pathLst>
              <a:path h="9562622" w="9417079">
                <a:moveTo>
                  <a:pt x="0" y="0"/>
                </a:moveTo>
                <a:lnTo>
                  <a:pt x="9417079" y="0"/>
                </a:lnTo>
                <a:lnTo>
                  <a:pt x="9417079" y="9562622"/>
                </a:lnTo>
                <a:lnTo>
                  <a:pt x="0" y="9562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531" t="-6842" r="-78170" b="-82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3211" y="864131"/>
            <a:ext cx="46786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PROGRAM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20F0F">
                <a:alpha val="100000"/>
              </a:srgbClr>
            </a:gs>
            <a:gs pos="100000">
              <a:srgbClr val="F87B2C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0154" y="4344438"/>
            <a:ext cx="13447214" cy="2465440"/>
          </a:xfrm>
          <a:custGeom>
            <a:avLst/>
            <a:gdLst/>
            <a:ahLst/>
            <a:cxnLst/>
            <a:rect r="r" b="b" t="t" l="l"/>
            <a:pathLst>
              <a:path h="2465440" w="13447214">
                <a:moveTo>
                  <a:pt x="0" y="0"/>
                </a:moveTo>
                <a:lnTo>
                  <a:pt x="13447215" y="0"/>
                </a:lnTo>
                <a:lnTo>
                  <a:pt x="13447215" y="2465440"/>
                </a:lnTo>
                <a:lnTo>
                  <a:pt x="0" y="2465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27484" y="1836909"/>
            <a:ext cx="1344721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OUT 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399" y="-1190340"/>
            <a:ext cx="19769399" cy="11882521"/>
            <a:chOff x="0" y="0"/>
            <a:chExt cx="5206755" cy="31295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6755" cy="3129553"/>
            </a:xfrm>
            <a:custGeom>
              <a:avLst/>
              <a:gdLst/>
              <a:ahLst/>
              <a:cxnLst/>
              <a:rect r="r" b="b" t="t" l="l"/>
              <a:pathLst>
                <a:path h="3129553" w="5206755">
                  <a:moveTo>
                    <a:pt x="0" y="0"/>
                  </a:moveTo>
                  <a:lnTo>
                    <a:pt x="5206755" y="0"/>
                  </a:lnTo>
                  <a:lnTo>
                    <a:pt x="5206755" y="3129553"/>
                  </a:lnTo>
                  <a:lnTo>
                    <a:pt x="0" y="3129553"/>
                  </a:lnTo>
                  <a:close/>
                </a:path>
              </a:pathLst>
            </a:custGeom>
            <a:gradFill rotWithShape="true">
              <a:gsLst>
                <a:gs pos="0">
                  <a:srgbClr val="C20F0F">
                    <a:alpha val="100000"/>
                  </a:srgbClr>
                </a:gs>
                <a:gs pos="100000">
                  <a:srgbClr val="F87B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206755" cy="3120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48759"/>
            <a:ext cx="81153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0"/>
              </a:lnSpc>
            </a:pPr>
            <a:r>
              <a:rPr lang="en-US" sz="75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8864" y="5586213"/>
            <a:ext cx="20637110" cy="236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6"/>
              </a:lnSpc>
            </a:pPr>
            <a:r>
              <a:rPr lang="en-US" sz="4880" spc="-26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•This example helps beginners understand Flexbox concepts.</a:t>
            </a:r>
          </a:p>
          <a:p>
            <a:pPr algn="just">
              <a:lnSpc>
                <a:spcPts val="6296"/>
              </a:lnSpc>
            </a:pPr>
            <a:r>
              <a:rPr lang="en-US" sz="4880" spc="-26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•It is useful for building responsive layouts easily.</a:t>
            </a:r>
          </a:p>
          <a:p>
            <a:pPr algn="just" marL="0" indent="0" lvl="1">
              <a:lnSpc>
                <a:spcPts val="62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20F0F">
                <a:alpha val="100000"/>
              </a:srgbClr>
            </a:gs>
            <a:gs pos="100000">
              <a:srgbClr val="F87B2C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54941" y="4286401"/>
            <a:ext cx="11378117" cy="191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27"/>
              </a:lnSpc>
            </a:pPr>
            <a:r>
              <a:rPr lang="en-US" b="true" sz="13873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144000" y="6197077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26017" y="3009047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7315200" y="1077329"/>
                </a:moveTo>
                <a:lnTo>
                  <a:pt x="0" y="1077329"/>
                </a:lnTo>
                <a:lnTo>
                  <a:pt x="0" y="0"/>
                </a:lnTo>
                <a:lnTo>
                  <a:pt x="7315200" y="0"/>
                </a:lnTo>
                <a:lnTo>
                  <a:pt x="7315200" y="10773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DAHBB7uwLG4</dc:identifier>
  <dcterms:modified xsi:type="dcterms:W3CDTF">2011-08-01T06:04:30Z</dcterms:modified>
  <cp:revision>1</cp:revision>
  <dc:title>Red and Orange Gradient Technology Business Presentation</dc:title>
</cp:coreProperties>
</file>